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2ca2b516624227" /><Relationship Type="http://schemas.openxmlformats.org/officeDocument/2006/relationships/extended-properties" Target="/docProps/app.xml" Id="Re498ef67c82e4ec5" /><Relationship Type="http://schemas.openxmlformats.org/officeDocument/2006/relationships/officeDocument" Target="/ppt/presentation.xml" Id="Rd6fc26973ea549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6e98b9b7e44b19"/>
  </p:sldMasterIdLst>
  <p:notesMasterIdLst>
    <p:notesMasterId xmlns:r="http://schemas.openxmlformats.org/officeDocument/2006/relationships" r:id="Rd74c9683730e43e9"/>
  </p:notesMasterIdLst>
  <p:sldIdLst>
    <p:sldId xmlns:r="http://schemas.openxmlformats.org/officeDocument/2006/relationships" id="256" r:id="R2fefa8d43d63441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756b4c03f4966" /><Relationship Type="http://schemas.openxmlformats.org/officeDocument/2006/relationships/slideMaster" Target="/ppt/slideMasters/slideMaster1.xml" Id="R116e98b9b7e44b19" /><Relationship Type="http://schemas.openxmlformats.org/officeDocument/2006/relationships/notesMaster" Target="/ppt/notesMasters/notesMaster1.xml" Id="Rd74c9683730e43e9" /><Relationship Type="http://schemas.openxmlformats.org/officeDocument/2006/relationships/presProps" Target="/ppt/presProps.xml" Id="R4544cc812ed94fd9" /><Relationship Type="http://schemas.openxmlformats.org/officeDocument/2006/relationships/tableStyles" Target="/ppt/tableStyles.xml" Id="Ra2338e029f704a67" /><Relationship Type="http://schemas.openxmlformats.org/officeDocument/2006/relationships/slide" Target="/ppt/slides/slide1.xml" Id="R2fefa8d43d63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61c20d5ba24e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cd5446045471a" /><Relationship Type="http://schemas.openxmlformats.org/officeDocument/2006/relationships/notesMaster" Target="/ppt/notesMasters/notesMaster1.xml" Id="R9f068a52bd3b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/Users/sandeepkapoor/Documents/my resume/MultiAgent_Insurance_Foundry_Assignment.docx. Proposed architecture, not a deployed implementation. The local Python application creates four Foundry agents and registers three custom function tools with JSON schemas. Function execution and deterministic orchestration run locally. Supervisor routes both full-batch and follow-up requests. The routine handles intake validation, coverage/anomaly review and adjuster briefing. Invalid input triggers a correction checkpoint. Flagged cases and final recommended actions go through human review before execution. The application calls check_coverage with the mock coverage dataset, and the anomaly agent uses retrieved underwriting rules and fraud patterns. get_claim_history reads persistent JSON history for briefing; the local application writes accepted results after review. Conversation context uses a session/thread, while persisted history survives separate runs. The three resource arrows show primary consumers, not every access path; coverage data also feeds check_coverage. Agent results return to the supervisor, then the local application and claims handler. Console logging covers decisions and tool calls; errors and timeouts return a controlled status. No real claims data is used. Hosting the whole application in Azure is not required by this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442bb9365b4e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d571c50f6243dc" /><Relationship Type="http://schemas.openxmlformats.org/officeDocument/2006/relationships/slideLayout" Target="/ppt/slideLayouts/slideLayout1.xml" Id="Re1b93fde2b7a4d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b93fde2b7a4d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e8ce3584e4fdf" /><Relationship Type="http://schemas.openxmlformats.org/officeDocument/2006/relationships/notesSlide" Target="/ppt/notesSlides/notesSlide1.xml" Id="R79e8fc71345440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73744F-9FA9-4A24-8F7A-7FD6025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Insurance claims triage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3203B-4032-4698-A348-FAD65192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333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Proposed design for the assignment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CFF23-BA19-4ED8-85B1-099D418B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2952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CCD8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8F6C2-0FCE-4834-891B-B406AD8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LOCAL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1F339-77D4-4D39-9BF9-6929DD2B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247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2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53722-00F6-4699-A46B-5BFD9156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28850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Claims handler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CFC92-E058-44B8-8FA6-24B0F4B7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24150"/>
            <a:ext cx="213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Batch upload or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follow-up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C9A82-6BB9-453E-B424-CC3DBFDC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247650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324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BEDE8-71EA-462F-9EED-27E7ECB4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48100"/>
            <a:ext cx="2133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Python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ACFFF-B022-4EB9-BA3C-A9DC8C73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43400"/>
            <a:ext cx="2133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SDK orchestration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Tool execution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Logs and error handling</a:t>
            </a:r>
          </a:p>
        </p:txBody>
      </p:sp>
      <p:cxnSp>
        <p:nvCxnSpPr>
          <p:cNvPr id="64" name="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952625" y="3333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headEnd type="triangle" w="sm" len="sm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86FBA-76A5-4195-B5A4-512CFEB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66850"/>
            <a:ext cx="1095375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D"/>
          </a:solidFill>
          <a:ln xmlns:a="http://schemas.openxmlformats.org/drawingml/2006/main" w="14288">
            <a:solidFill>
              <a:srgbClr val="B5D5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84E92-1D02-4E6F-81AA-469D2E1B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609725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AZURE AI FOUNDRY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E1A8A-43CE-452F-ABD3-613EA65D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609725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Agent Service + model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E6548-D46B-4EE7-92A5-7E21077F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14550"/>
            <a:ext cx="647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ECBA9-9562-4C60-953D-CDF96D9A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6134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Supervisor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6068D6-533F-40D9-BD12-30A1019B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613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Routes requests and coordinates a deterministic routine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866DF-C035-4D05-8B8D-6EE8F243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145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7C7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080171-FD71-418B-BDC2-02385FF9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247900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Conversation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A6127-DE5E-4A74-B049-CDB19559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743200"/>
            <a:ext cx="2800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Context across turns</a:t>
            </a:r>
          </a:p>
        </p:txBody>
      </p:sp>
      <p:cxnSp>
        <p:nvCxnSpPr>
          <p:cNvPr id="74" name=""/>
          <p:cNvCxnSpPr>
            <a:stCxn xmlns:a="http://schemas.openxmlformats.org/drawingml/2006/main" id="8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190875" y="2724150"/>
            <a:ext cx="1000125" cy="1866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0078D4"/>
            </a:solidFill>
            <a:prstDash val="solid"/>
            <a:headEnd type="triangle" w="sm" len="sm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0668000" y="27241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B9A97-4161-4ADC-AE4E-5B2BA626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1477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94385-7BA2-4111-A2F7-E9DEEDC0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4812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1  Intake &amp;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DA46B-4FC8-488E-8EC3-CC52CC04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43425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Required fields, dates,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policies and duplicates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Tool: validate_claims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224934-FC9A-4CC1-8137-779681EA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1477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9C5B0F-538A-46C8-8737-43A22EEE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4812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2  Anomaly &amp; Coverage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5DE46-555E-4AB8-9439-FE6DA1B5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43425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Coverage and policy dates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Retrieved risk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Tool: check_coverage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6ACE02-00D3-4F15-80C7-74597A6F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14775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8D4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AED134-C721-48C2-B565-448A13A5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04812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8D4"/>
                </a:solidFill>
                <a:latin typeface="Helvetica Neue"/>
                <a:ea typeface="Helvetica Neue"/>
                <a:cs typeface="Helvetica Neue"/>
              </a:rPr>
              <a:t>3  Adjuster Briefing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03663-708F-4318-9FD6-ABB4BDEA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543425"/>
            <a:ext cx="2800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Evidence, prior history and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recommended next 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Tool: get_claim_history</a:t>
            </a:r>
          </a:p>
        </p:txBody>
      </p:sp>
      <p:cxnSp>
        <p:nvCxnSpPr>
          <p:cNvPr id="85" name=""/>
          <p:cNvCxnSpPr>
            <a:stCxn xmlns:a="http://schemas.openxmlformats.org/drawingml/2006/main" id="15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5762625" y="3333750"/>
            <a:ext cx="1666875" cy="5810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0078D4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334250" y="4819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tailEnd type="triangle" w="sm" len="sm"/>
          </a:ln>
        </p:spPr>
      </p:cxnSp>
      <p:cxnSp>
        <p:nvCxnSpPr>
          <p:cNvPr id="87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0858500" y="48196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078D4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734B77-4255-44CE-A4EA-4226818D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8102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Explicit sequence with validation and human review checkpoints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05A334-71D2-4FB9-8609-C2A74E11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791325"/>
            <a:ext cx="31432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52647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899FD6-2A16-47F3-9F5B-2C48FE7A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92467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Synthetic input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CB8DB0-8FC0-4A9A-A7D5-137FEB7B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419975"/>
            <a:ext cx="2800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claims.json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policy_coverage.json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E86DA5-0EDA-4579-AC4D-E344BDEC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791325"/>
            <a:ext cx="31432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6"/>
          </a:solidFill>
          <a:ln xmlns:a="http://schemas.openxmlformats.org/drawingml/2006/main" w="14288">
            <a:solidFill>
              <a:srgbClr val="137C7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EFAF82-A0C2-4060-8462-D50A550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92467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Knowledge retrieval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76FE36-91B5-4CE6-8FCC-1CF4F533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19975"/>
            <a:ext cx="2800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File search / vector store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Underwriting rules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50FE9E-9E6F-487C-91D9-9FEC5A9C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791325"/>
            <a:ext cx="31432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6"/>
          </a:solidFill>
          <a:ln xmlns:a="http://schemas.openxmlformats.org/drawingml/2006/main" w="14288">
            <a:solidFill>
              <a:srgbClr val="137C78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49379B-9A8A-4B83-B518-EC4B3AF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924675"/>
            <a:ext cx="2800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Persistent 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7A71BE-2ACB-442E-863A-5160663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419975"/>
            <a:ext cx="2800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Local JSON claim history</a:t>
            </a:r>
          </a:p>
          <a:p xmlns:a="http://schemas.openxmlformats.org/drawingml/2006/main">
            <a:pPr>
              <a:def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Read / write across runs</a:t>
            </a:r>
          </a:p>
        </p:txBody>
      </p:sp>
      <p:cxnSp>
        <p:nvCxnSpPr>
          <p:cNvPr id="98" name=""/>
          <p:cNvCxnSpPr>
            <a:stCxn xmlns:a="http://schemas.openxmlformats.org/drawingml/2006/main" id="36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5762625" y="57245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39" idx="0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9286875" y="57245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42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12811125" y="5724525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37C78"/>
            </a:solidFill>
            <a:prstDash val="dash"/>
            <a:headEnd type="triangle" w="sm" len="sm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CB3F0D5-BC53-42BB-A8F7-041C23A7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381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Local 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1F627A-5D9C-49A6-A4F2-A6E17E89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63817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Grounded evidence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AE1680-9001-409F-9E5F-C7CC2D10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381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7C78"/>
                </a:solidFill>
                <a:latin typeface="Helvetica Neue"/>
                <a:ea typeface="Helvetica Neue"/>
                <a:cs typeface="Helvetica Neue"/>
              </a:rPr>
              <a:t>Long-term context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EE2C35-6158-416D-928A-3896B1E6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5F6A5F-2D65-4B85-9466-04386F08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905625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Correct invalid claims</a:t>
            </a:r>
          </a:p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Review flagged cases</a:t>
            </a:r>
          </a:p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6324F"/>
                </a:solidFill>
                <a:latin typeface="Helvetica Neue"/>
                <a:ea typeface="Helvetica Neue"/>
                <a:cs typeface="Helvetica Neue"/>
              </a:rPr>
              <a:t>Confirm the next action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0707F8-5F11-4541-9092-F8E9F8D1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220075"/>
            <a:ext cx="1419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478"/>
                </a:solidFill>
                <a:latin typeface="Helvetica Neue"/>
                <a:ea typeface="Helvetica Neue"/>
                <a:cs typeface="Helvetica Neue"/>
              </a:rPr>
              <a:t>All four agents and tool schemas are created in code. The local routine enforces checkpoints and persists outcomes.</a:t>
            </a:r>
          </a:p>
        </p:txBody>
      </p:sp>
    </p:spTree>
    <p:extLst>
      <p:ext uri="{BB962C8B-B14F-4D97-AF65-F5344CB8AC3E}">
        <p14:creationId xmlns:p14="http://schemas.microsoft.com/office/powerpoint/2010/main" val="1423070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2026-10-06T10:18:24.4310000Z</dcterms:created>
  <dcterms:modified xsi:type="dcterms:W3CDTF">2026-10-06T10:18:24.4310000Z</dcterms:modified>
</coreProperties>
</file>